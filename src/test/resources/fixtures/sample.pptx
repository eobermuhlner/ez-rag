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mtClean="0"/>
              <a:t>Click to edit Master text styles</a:t>
            </a:r>
          </a:p>
          <a:p>
            <a:pPr marL="457200"/>
            <a:r>
              <a:rPr lang="en-US" smtClean="0"/>
              <a:t>Second level</a:t>
            </a:r>
          </a:p>
          <a:p>
            <a:pPr marL="914400"/>
            <a:r>
              <a:rPr lang="en-US" smtClean="0"/>
              <a:t>Third level</a:t>
            </a:r>
          </a:p>
          <a:p>
            <a:pPr marL="1371600"/>
            <a:r>
              <a:rPr lang="en-US" smtClean="0"/>
              <a:t>Fourth level</a:t>
            </a:r>
          </a:p>
          <a:p>
            <a:pPr marL="1828800"/>
            <a:r>
              <a:rPr 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0" y="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SpeakerNotes: This is the speaker note for slide 1.</a:t>
            </a:r>
            <a:endParaRPr lang="en-US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0" y="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Introduction</a:t>
            </a:r>
            <a:endParaRPr lang="en-US"/>
          </a:p>
        </p:txBody>
      </p:sp>
      <p:sp>
        <p:nvSpPr>
          <p:cNvPr name="TextBox 3" id="3"/>
          <p:cNvSpPr txBox="true"/>
          <p:nvPr/>
        </p:nvSpPr>
        <p:spPr>
          <a:xfrm>
            <a:off x="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This is the introduction slide body text.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0" y="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Summary</a:t>
            </a:r>
            <a:endParaRPr lang="en-US"/>
          </a:p>
        </p:txBody>
      </p:sp>
      <p:sp>
        <p:nvSpPr>
          <p:cNvPr name="TextBox 3" id="3"/>
          <p:cNvSpPr txBox="true"/>
          <p:nvPr/>
        </p:nvSpPr>
        <p:spPr>
          <a:xfrm>
            <a:off x="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This is the summary slide body text.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