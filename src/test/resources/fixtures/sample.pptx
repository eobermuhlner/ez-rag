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6"/>
    <p:sldId id="257" r:id="rId10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2.xml" Type="http://schemas.openxmlformats.org/officeDocument/2006/relationships/slide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notesMasters/notesMaster1.xml" Type="http://schemas.openxmlformats.org/officeDocument/2006/relationships/notesMaster"/><Relationship Id="rId8" Target="theme/theme2.xml" Type="http://schemas.openxmlformats.org/officeDocument/2006/relationships/theme"/><Relationship Id="rId9" Target="notesSlides/notesSlide1.xml" Type="http://schemas.openxmlformats.org/officeDocument/2006/relationships/notes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notesSlide1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smtClean="0"/>
              <a:t>Click to edit Master text styles</a:t>
            </a:r>
          </a:p>
          <a:p>
            <a:pPr marL="457200"/>
            <a:r>
              <a:rPr lang="en-US" smtClean="0"/>
              <a:t>Second level</a:t>
            </a:r>
          </a:p>
          <a:p>
            <a:pPr marL="914400"/>
            <a:r>
              <a:rPr lang="en-US" smtClean="0"/>
              <a:t>Third level</a:t>
            </a:r>
          </a:p>
          <a:p>
            <a:pPr marL="1371600"/>
            <a:r>
              <a:rPr lang="en-US" smtClean="0"/>
              <a:t>Fourth level</a:t>
            </a:r>
          </a:p>
          <a:p>
            <a:pPr marL="1828800"/>
            <a:r>
              <a:rPr lang="en-US" smtClean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0" y="0"/>
            <a:ext cx="7620000" cy="127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en-US"/>
              <a:t>SpeakerNotes: This is the speaker note for slide 1.</a:t>
            </a:r>
            <a:endParaRPr lang="en-US"/>
          </a:p>
        </p:txBody>
      </p:sp>
    </p:spTree>
  </p:cSld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0" y="0"/>
            <a:ext cx="7620000" cy="127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en-US"/>
              <a:t>Introduction</a:t>
            </a:r>
            <a:endParaRPr lang="en-US"/>
          </a:p>
        </p:txBody>
      </p:sp>
      <p:sp>
        <p:nvSpPr>
          <p:cNvPr name="TextBox 3" id="3"/>
          <p:cNvSpPr txBox="true"/>
          <p:nvPr/>
        </p:nvSpPr>
        <p:spPr>
          <a:xfrm>
            <a:off x="0" y="1270000"/>
            <a:ext cx="7620000" cy="381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en-US"/>
              <a:t>This is the introduction slide body text.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0" y="0"/>
            <a:ext cx="7620000" cy="127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en-US"/>
              <a:t>Summary</a:t>
            </a:r>
            <a:endParaRPr lang="en-US"/>
          </a:p>
        </p:txBody>
      </p:sp>
      <p:sp>
        <p:nvSpPr>
          <p:cNvPr name="TextBox 3" id="3"/>
          <p:cNvSpPr txBox="true"/>
          <p:nvPr/>
        </p:nvSpPr>
        <p:spPr>
          <a:xfrm>
            <a:off x="0" y="1270000"/>
            <a:ext cx="7620000" cy="381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en-US"/>
              <a:t>This is the summary slide body text.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